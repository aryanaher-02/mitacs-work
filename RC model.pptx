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cef16f60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cef16f60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cef16f60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cef16f60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cef16f600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cef16f600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cef16f60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cef16f60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cef16f600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cef16f600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cef16f600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cef16f600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cef16f600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cef16f600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cef16f60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cef16f60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 model</a:t>
            </a:r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598088" y="296558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Aryan Rajesh Aher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Floor Plan 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017800"/>
            <a:ext cx="7315201" cy="402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Heat transfer through the walls, windows, and other surfaces is </a:t>
            </a:r>
            <a:r>
              <a:rPr lang="en" sz="1700">
                <a:solidFill>
                  <a:srgbClr val="FF0000"/>
                </a:solidFill>
              </a:rPr>
              <a:t>assumed to be linear</a:t>
            </a:r>
            <a:r>
              <a:rPr lang="en" sz="1700"/>
              <a:t>, following Fourier's law of heat conduction.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Each zone is assumed to have a </a:t>
            </a:r>
            <a:r>
              <a:rPr lang="en" sz="1700">
                <a:solidFill>
                  <a:srgbClr val="FF0000"/>
                </a:solidFill>
              </a:rPr>
              <a:t>uniform temperature distribution</a:t>
            </a:r>
            <a:r>
              <a:rPr lang="en" sz="1700"/>
              <a:t>, neglecting temperature gradients within the zone.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Thermal properties such as thermal conductivity, specific heat capacity, and density are </a:t>
            </a:r>
            <a:r>
              <a:rPr lang="en" sz="1700">
                <a:solidFill>
                  <a:srgbClr val="FF0000"/>
                </a:solidFill>
              </a:rPr>
              <a:t>assumed to be constant</a:t>
            </a:r>
            <a:r>
              <a:rPr lang="en" sz="1700"/>
              <a:t> and not varying with temperature.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/>
              <a:t>Air exchange between the inside and outside environments, except through specified ventilation or openings, is </a:t>
            </a:r>
            <a:r>
              <a:rPr lang="en" sz="1700">
                <a:solidFill>
                  <a:srgbClr val="FF0000"/>
                </a:solidFill>
              </a:rPr>
              <a:t>neglected</a:t>
            </a:r>
            <a:r>
              <a:rPr lang="en" sz="1700"/>
              <a:t>.</a:t>
            </a:r>
            <a:endParaRPr sz="1700"/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0000"/>
                </a:solidFill>
              </a:rPr>
              <a:t>Heat generated by occupants </a:t>
            </a:r>
            <a:r>
              <a:rPr lang="en" sz="1700"/>
              <a:t>and electrical systems is neglected in the model.</a:t>
            </a:r>
            <a:endParaRPr sz="17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</a:t>
            </a:r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1"/>
          </p:nvPr>
        </p:nvSpPr>
        <p:spPr>
          <a:xfrm>
            <a:off x="37385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room is modeled using equivalent thermal capacitance (C) and thermal resistance (R) elements, which simplify the complex thermal dynamics into a manageable RC network.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All zones within the building are interconnected through openings, allowing air to flow freely between them.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For simplification and control purposes, </a:t>
            </a:r>
            <a:r>
              <a:rPr lang="en" sz="1700">
                <a:solidFill>
                  <a:srgbClr val="FF0000"/>
                </a:solidFill>
              </a:rPr>
              <a:t>all zones are combined </a:t>
            </a:r>
            <a:r>
              <a:rPr lang="en" sz="1700"/>
              <a:t>into a single, unified model. 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</a:t>
            </a:r>
            <a:r>
              <a:rPr lang="en" sz="1700">
                <a:solidFill>
                  <a:srgbClr val="FF0000"/>
                </a:solidFill>
              </a:rPr>
              <a:t>average temperature of all zones</a:t>
            </a:r>
            <a:r>
              <a:rPr lang="en" sz="1700"/>
              <a:t> is used to represent the overall temperature of the combined area.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heat input to the zones is considered to be equal to the heat lost by the air flowing across the zones.</a:t>
            </a:r>
            <a:endParaRPr sz="1700"/>
          </a:p>
          <a:p>
            <a:pPr marL="457200" lvl="0" indent="-3365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Solar energy and outside air temperature data are obtained from weather reports and used as inputs in the model.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RC model</a:t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2857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/>
        </p:nvSpPr>
        <p:spPr>
          <a:xfrm>
            <a:off x="2679900" y="1563575"/>
            <a:ext cx="4893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T_avg</a:t>
            </a:r>
            <a:endParaRPr sz="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424500" y="1579325"/>
            <a:ext cx="4737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T_amb</a:t>
            </a:r>
            <a:endParaRPr sz="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1731875"/>
            <a:ext cx="5486400" cy="12161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/>
        </p:nvSpPr>
        <p:spPr>
          <a:xfrm>
            <a:off x="510475" y="3188200"/>
            <a:ext cx="5972400" cy="14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T_amb = Outside Air Temperature, T_avg = combined zone Temperature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Q_s = Solar heat input, Q_T = thermal heat input through HVAC.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 = thermal resistance of the walls.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 = Thermal Capacitance of the rooms.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Delta = time step (5 mins)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some prediction comparisons 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114801" cy="258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601" y="1170200"/>
            <a:ext cx="4114799" cy="25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worse performing days: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1" y="1249875"/>
            <a:ext cx="4114799" cy="264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8910" y="1170200"/>
            <a:ext cx="4114799" cy="2643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tested on a day, the model gave following results (The averages were calculated over the whole year.)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Average mae error = 1.03 C</a:t>
            </a:r>
            <a:r>
              <a:rPr lang="en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Mean RMSE =</a:t>
            </a:r>
            <a:r>
              <a:rPr lang="en"/>
              <a:t>  </a:t>
            </a:r>
            <a:r>
              <a:rPr lang="en" b="1"/>
              <a:t>1.26 C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On-screen Show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Roboto</vt:lpstr>
      <vt:lpstr>Simple Light</vt:lpstr>
      <vt:lpstr>Geometric</vt:lpstr>
      <vt:lpstr>RC model</vt:lpstr>
      <vt:lpstr>Floor Plan </vt:lpstr>
      <vt:lpstr>Assumptions</vt:lpstr>
      <vt:lpstr>Modelling</vt:lpstr>
      <vt:lpstr>The RC model</vt:lpstr>
      <vt:lpstr>Results: some prediction comparisons </vt:lpstr>
      <vt:lpstr>Some worse performing days: 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 model</dc:title>
  <dc:creator>ASUS</dc:creator>
  <cp:lastModifiedBy>Aryan Aher</cp:lastModifiedBy>
  <cp:revision>1</cp:revision>
  <dcterms:modified xsi:type="dcterms:W3CDTF">2025-11-28T22:20:50Z</dcterms:modified>
</cp:coreProperties>
</file>